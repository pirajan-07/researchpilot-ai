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tableStyles" Target="tableStyle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93047254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Roll No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Mention what technology used. Whether </a:t>
            </a:r>
            <a:r>
              <a:rPr lang="en-US" sz="1800" dirty="0" err="1"/>
              <a:t>LangChain</a:t>
            </a:r>
            <a:r>
              <a:rPr lang="en-US" sz="1800" dirty="0"/>
              <a:t>/ </a:t>
            </a:r>
            <a:r>
              <a:rPr lang="en-US" sz="1800" dirty="0" err="1"/>
              <a:t>Langflow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RAG based/ Single or Multi agent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Vector Database if used.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err="1">
                <a:sym typeface="Times New Roman"/>
              </a:rPr>
              <a:t>Langflow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ym typeface="Times New Roman"/>
              </a:rPr>
              <a:t>component Used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1) Chat Input </a:t>
            </a:r>
            <a:r>
              <a:rPr lang="en-US" dirty="0"/>
              <a:t>– Interface where users enter their queries, preferences, or meal details (text/voice/image).</a:t>
            </a:r>
          </a:p>
          <a:p>
            <a:endParaRPr lang="en-US" dirty="0"/>
          </a:p>
          <a:p>
            <a:r>
              <a:rPr lang="en-US" b="1" dirty="0"/>
              <a:t>2) Name of model - </a:t>
            </a:r>
            <a:r>
              <a:rPr lang="en-US" dirty="0"/>
              <a:t>Granite-4.0-8B-Instruct → Fast, efficient for real-time diet recommendations</a:t>
            </a:r>
          </a:p>
          <a:p>
            <a:endParaRPr lang="en-US" dirty="0"/>
          </a:p>
          <a:p>
            <a:r>
              <a:rPr lang="en-US" b="1" dirty="0"/>
              <a:t>4) Chat output -</a:t>
            </a:r>
            <a:r>
              <a:rPr lang="en-US" dirty="0"/>
              <a:t>Displays AI-generated responses such as diet plans, nutritional analysis, and health suggestions. </a:t>
            </a:r>
          </a:p>
          <a:p>
            <a:endParaRPr lang="en-US" dirty="0"/>
          </a:p>
          <a:p>
            <a:r>
              <a:rPr lang="en-US" b="1" dirty="0"/>
              <a:t>5) </a:t>
            </a:r>
            <a:r>
              <a:rPr lang="en-US" b="1" dirty="0">
                <a:highlight>
                  <a:srgbClr val="FFFF00"/>
                </a:highlight>
              </a:rPr>
              <a:t>File component - </a:t>
            </a:r>
            <a:r>
              <a:rPr lang="en-US" dirty="0">
                <a:highlight>
                  <a:srgbClr val="FFFF00"/>
                </a:highlight>
              </a:rPr>
              <a:t>Stores and retrieves user data, meal logs, and nutritional datasets for analysis and tracking.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6) </a:t>
            </a:r>
            <a:r>
              <a:rPr lang="en-US" dirty="0">
                <a:highlight>
                  <a:srgbClr val="FFFF00"/>
                </a:highlight>
              </a:rPr>
              <a:t>Add name of any other component used.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err="1">
                <a:sym typeface="Times New Roman"/>
              </a:rPr>
              <a:t>Langflow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ym typeface="Times New Roman"/>
              </a:rPr>
              <a:t>workflow -</a:t>
            </a:r>
            <a:endParaRPr sz="2400" b="1">
              <a:sym typeface="Times New Roman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97681A-DF93-B190-DD21-CBAEDA4E3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70" y="1139263"/>
            <a:ext cx="11468100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Reference / GitHub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